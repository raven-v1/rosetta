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10"/>
  </p:normalViewPr>
  <p:slideViewPr>
    <p:cSldViewPr snapToGrid="0" snapToObjects="1">
      <p:cViewPr varScale="1">
        <p:scale>
          <a:sx n="41" d="100"/>
          <a:sy n="41" d="100"/>
        </p:scale>
        <p:origin x="408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567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38478" cy="164592"/>
          </a:xfrm>
          <a:prstGeom prst="rect">
            <a:avLst/>
          </a:prstGeom>
          <a:solidFill>
            <a:srgbClr val="6929C4"/>
          </a:solidFill>
          <a:ln w="12700">
            <a:solidFill>
              <a:srgbClr val="6929C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1520190" y="0"/>
            <a:ext cx="1538478" cy="164592"/>
          </a:xfrm>
          <a:prstGeom prst="rect">
            <a:avLst/>
          </a:prstGeom>
          <a:solidFill>
            <a:srgbClr val="1192E8"/>
          </a:solidFill>
          <a:ln w="12700">
            <a:solidFill>
              <a:srgbClr val="1192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3040380" y="0"/>
            <a:ext cx="1538478" cy="164592"/>
          </a:xfrm>
          <a:prstGeom prst="rect">
            <a:avLst/>
          </a:prstGeom>
          <a:solidFill>
            <a:srgbClr val="005D5D"/>
          </a:solidFill>
          <a:ln w="12700">
            <a:solidFill>
              <a:srgbClr val="005D5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4560570" y="0"/>
            <a:ext cx="1538478" cy="164592"/>
          </a:xfrm>
          <a:prstGeom prst="rect">
            <a:avLst/>
          </a:prstGeom>
          <a:solidFill>
            <a:srgbClr val="9F1853"/>
          </a:solidFill>
          <a:ln w="12700">
            <a:solidFill>
              <a:srgbClr val="9F185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6080760" y="0"/>
            <a:ext cx="1538478" cy="164592"/>
          </a:xfrm>
          <a:prstGeom prst="rect">
            <a:avLst/>
          </a:prstGeom>
          <a:solidFill>
            <a:srgbClr val="FA4D56"/>
          </a:solidFill>
          <a:ln w="12700">
            <a:solidFill>
              <a:srgbClr val="FA4D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7600950" y="0"/>
            <a:ext cx="1538478" cy="164592"/>
          </a:xfrm>
          <a:prstGeom prst="rect">
            <a:avLst/>
          </a:prstGeom>
          <a:solidFill>
            <a:srgbClr val="570408"/>
          </a:solidFill>
          <a:ln w="12700">
            <a:solidFill>
              <a:srgbClr val="57040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9121140" y="0"/>
            <a:ext cx="1538478" cy="164592"/>
          </a:xfrm>
          <a:prstGeom prst="rect">
            <a:avLst/>
          </a:prstGeom>
          <a:solidFill>
            <a:srgbClr val="198038"/>
          </a:solidFill>
          <a:ln w="12700">
            <a:solidFill>
              <a:srgbClr val="19803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10641330" y="0"/>
            <a:ext cx="1538478" cy="164592"/>
          </a:xfrm>
          <a:prstGeom prst="rect">
            <a:avLst/>
          </a:prstGeom>
          <a:solidFill>
            <a:srgbClr val="002D9C"/>
          </a:solidFill>
          <a:ln w="12700">
            <a:solidFill>
              <a:srgbClr val="002D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05840"/>
            <a:ext cx="1005840" cy="10058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576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6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BELVENAR ANALYTICS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103120" y="914400"/>
            <a:ext cx="36576" cy="5120640"/>
          </a:xfrm>
          <a:prstGeom prst="rect">
            <a:avLst/>
          </a:prstGeom>
          <a:solidFill>
            <a:srgbClr val="393939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0"/>
          <p:cNvSpPr/>
          <p:nvPr/>
        </p:nvSpPr>
        <p:spPr>
          <a:xfrm>
            <a:off x="2468880" y="9601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HACKATHON  ·  MAY 2026  ·  LABLAB.AI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377440" y="1371600"/>
            <a:ext cx="8686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ROSETTA</a:t>
            </a:r>
            <a:endParaRPr lang="en-US" sz="9600" dirty="0"/>
          </a:p>
        </p:txBody>
      </p:sp>
      <p:sp>
        <p:nvSpPr>
          <p:cNvPr id="15" name="Text 12"/>
          <p:cNvSpPr/>
          <p:nvPr/>
        </p:nvSpPr>
        <p:spPr>
          <a:xfrm>
            <a:off x="2377440" y="3017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6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onboarding, automated.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2377440" y="3657600"/>
            <a:ext cx="8046720" cy="0"/>
          </a:xfrm>
          <a:prstGeom prst="line">
            <a:avLst/>
          </a:prstGeom>
          <a:noFill/>
          <a:ln w="9525">
            <a:solidFill>
              <a:srgbClr val="52525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4"/>
          <p:cNvSpPr/>
          <p:nvPr/>
        </p:nvSpPr>
        <p:spPr>
          <a:xfrm>
            <a:off x="2377440" y="3794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6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 database. Get an interactive onboarding guide — instantly.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229600" y="39628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2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7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3897322"/>
            <a:ext cx="50292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241280" y="40085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6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</a:t>
            </a:r>
            <a:endParaRPr lang="en-US" sz="8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4511452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241280" y="46486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6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2377440" y="5303520"/>
            <a:ext cx="8046720" cy="0"/>
          </a:xfrm>
          <a:prstGeom prst="line">
            <a:avLst/>
          </a:prstGeom>
          <a:noFill/>
          <a:ln w="9525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19"/>
          <p:cNvSpPr/>
          <p:nvPr/>
        </p:nvSpPr>
        <p:spPr>
          <a:xfrm>
            <a:off x="2377440" y="5394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github.com/Raven-V1/rosetta  ·  MIT License  ·  Carlos V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0" y="6766560"/>
            <a:ext cx="1538478" cy="91440"/>
          </a:xfrm>
          <a:prstGeom prst="rect">
            <a:avLst/>
          </a:prstGeom>
          <a:solidFill>
            <a:srgbClr val="6929C4"/>
          </a:solidFill>
          <a:ln w="12700">
            <a:solidFill>
              <a:srgbClr val="6929C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1"/>
          <p:cNvSpPr/>
          <p:nvPr/>
        </p:nvSpPr>
        <p:spPr>
          <a:xfrm>
            <a:off x="1520190" y="6766560"/>
            <a:ext cx="1538478" cy="91440"/>
          </a:xfrm>
          <a:prstGeom prst="rect">
            <a:avLst/>
          </a:prstGeom>
          <a:solidFill>
            <a:srgbClr val="1192E8"/>
          </a:solidFill>
          <a:ln w="12700">
            <a:solidFill>
              <a:srgbClr val="1192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2"/>
          <p:cNvSpPr/>
          <p:nvPr/>
        </p:nvSpPr>
        <p:spPr>
          <a:xfrm>
            <a:off x="3040380" y="6766560"/>
            <a:ext cx="1538478" cy="91440"/>
          </a:xfrm>
          <a:prstGeom prst="rect">
            <a:avLst/>
          </a:prstGeom>
          <a:solidFill>
            <a:srgbClr val="005D5D"/>
          </a:solidFill>
          <a:ln w="12700">
            <a:solidFill>
              <a:srgbClr val="005D5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3"/>
          <p:cNvSpPr/>
          <p:nvPr/>
        </p:nvSpPr>
        <p:spPr>
          <a:xfrm>
            <a:off x="4560570" y="6766560"/>
            <a:ext cx="1538478" cy="91440"/>
          </a:xfrm>
          <a:prstGeom prst="rect">
            <a:avLst/>
          </a:prstGeom>
          <a:solidFill>
            <a:srgbClr val="9F1853"/>
          </a:solidFill>
          <a:ln w="12700">
            <a:solidFill>
              <a:srgbClr val="9F185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4"/>
          <p:cNvSpPr/>
          <p:nvPr/>
        </p:nvSpPr>
        <p:spPr>
          <a:xfrm>
            <a:off x="6080760" y="6766560"/>
            <a:ext cx="1538478" cy="91440"/>
          </a:xfrm>
          <a:prstGeom prst="rect">
            <a:avLst/>
          </a:prstGeom>
          <a:solidFill>
            <a:srgbClr val="FA4D56"/>
          </a:solidFill>
          <a:ln w="12700">
            <a:solidFill>
              <a:srgbClr val="FA4D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5"/>
          <p:cNvSpPr/>
          <p:nvPr/>
        </p:nvSpPr>
        <p:spPr>
          <a:xfrm>
            <a:off x="7600950" y="6766560"/>
            <a:ext cx="1538478" cy="91440"/>
          </a:xfrm>
          <a:prstGeom prst="rect">
            <a:avLst/>
          </a:prstGeom>
          <a:solidFill>
            <a:srgbClr val="570408"/>
          </a:solidFill>
          <a:ln w="12700">
            <a:solidFill>
              <a:srgbClr val="57040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Shape 26"/>
          <p:cNvSpPr/>
          <p:nvPr/>
        </p:nvSpPr>
        <p:spPr>
          <a:xfrm>
            <a:off x="9121140" y="6766560"/>
            <a:ext cx="1538478" cy="91440"/>
          </a:xfrm>
          <a:prstGeom prst="rect">
            <a:avLst/>
          </a:prstGeom>
          <a:solidFill>
            <a:srgbClr val="198038"/>
          </a:solidFill>
          <a:ln w="12700">
            <a:solidFill>
              <a:srgbClr val="19803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Shape 27"/>
          <p:cNvSpPr/>
          <p:nvPr/>
        </p:nvSpPr>
        <p:spPr>
          <a:xfrm>
            <a:off x="10641330" y="6766560"/>
            <a:ext cx="1538478" cy="91440"/>
          </a:xfrm>
          <a:prstGeom prst="rect">
            <a:avLst/>
          </a:prstGeom>
          <a:solidFill>
            <a:srgbClr val="002D9C"/>
          </a:solidFill>
          <a:ln w="12700">
            <a:solidFill>
              <a:srgbClr val="002D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38478" cy="164592"/>
          </a:xfrm>
          <a:prstGeom prst="rect">
            <a:avLst/>
          </a:prstGeom>
          <a:solidFill>
            <a:srgbClr val="6929C4"/>
          </a:solidFill>
          <a:ln w="12700">
            <a:solidFill>
              <a:srgbClr val="6929C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1520190" y="0"/>
            <a:ext cx="1538478" cy="164592"/>
          </a:xfrm>
          <a:prstGeom prst="rect">
            <a:avLst/>
          </a:prstGeom>
          <a:solidFill>
            <a:srgbClr val="1192E8"/>
          </a:solidFill>
          <a:ln w="12700">
            <a:solidFill>
              <a:srgbClr val="1192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3040380" y="0"/>
            <a:ext cx="1538478" cy="164592"/>
          </a:xfrm>
          <a:prstGeom prst="rect">
            <a:avLst/>
          </a:prstGeom>
          <a:solidFill>
            <a:srgbClr val="005D5D"/>
          </a:solidFill>
          <a:ln w="12700">
            <a:solidFill>
              <a:srgbClr val="005D5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4560570" y="0"/>
            <a:ext cx="1538478" cy="164592"/>
          </a:xfrm>
          <a:prstGeom prst="rect">
            <a:avLst/>
          </a:prstGeom>
          <a:solidFill>
            <a:srgbClr val="9F1853"/>
          </a:solidFill>
          <a:ln w="12700">
            <a:solidFill>
              <a:srgbClr val="9F185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6080760" y="0"/>
            <a:ext cx="1538478" cy="164592"/>
          </a:xfrm>
          <a:prstGeom prst="rect">
            <a:avLst/>
          </a:prstGeom>
          <a:solidFill>
            <a:srgbClr val="FA4D56"/>
          </a:solidFill>
          <a:ln w="12700">
            <a:solidFill>
              <a:srgbClr val="FA4D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7600950" y="0"/>
            <a:ext cx="1538478" cy="164592"/>
          </a:xfrm>
          <a:prstGeom prst="rect">
            <a:avLst/>
          </a:prstGeom>
          <a:solidFill>
            <a:srgbClr val="570408"/>
          </a:solidFill>
          <a:ln w="12700">
            <a:solidFill>
              <a:srgbClr val="57040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9121140" y="0"/>
            <a:ext cx="1538478" cy="164592"/>
          </a:xfrm>
          <a:prstGeom prst="rect">
            <a:avLst/>
          </a:prstGeom>
          <a:solidFill>
            <a:srgbClr val="198038"/>
          </a:solidFill>
          <a:ln w="12700">
            <a:solidFill>
              <a:srgbClr val="19803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10641330" y="0"/>
            <a:ext cx="1538478" cy="164592"/>
          </a:xfrm>
          <a:prstGeom prst="rect">
            <a:avLst/>
          </a:prstGeom>
          <a:solidFill>
            <a:srgbClr val="002D9C"/>
          </a:solidFill>
          <a:ln w="12700">
            <a:solidFill>
              <a:srgbClr val="002D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10149840" y="201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2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PROBLEM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5029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rot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real time.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502920" y="1965960"/>
            <a:ext cx="4846320" cy="0"/>
          </a:xfrm>
          <a:prstGeom prst="line">
            <a:avLst/>
          </a:prstGeom>
          <a:noFill/>
          <a:ln w="9525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502920" y="21031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enterprise database has the same problem: no documentation that a new developer can actually use. They spend their first two weeks asking everyone questions instead of building.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548640"/>
            <a:ext cx="45720" cy="118872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6400800" y="5486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400800" y="13258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per new hire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the schema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965960"/>
            <a:ext cx="5303520" cy="0"/>
          </a:xfrm>
          <a:prstGeom prst="line">
            <a:avLst/>
          </a:prstGeom>
          <a:noFill/>
          <a:ln w="9525">
            <a:solidFill>
              <a:srgbClr val="C6C6C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6217920" y="2103120"/>
            <a:ext cx="45720" cy="118872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6400800" y="21031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400800" y="28803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on day one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3520440"/>
            <a:ext cx="5303520" cy="0"/>
          </a:xfrm>
          <a:prstGeom prst="line">
            <a:avLst/>
          </a:prstGeom>
          <a:noFill/>
          <a:ln w="9525">
            <a:solidFill>
              <a:srgbClr val="C6C6C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6217920" y="3657600"/>
            <a:ext cx="45720" cy="118872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6400800" y="36576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People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6400800" y="44348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interrupted daily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answer questions</a:t>
            </a:r>
            <a:endParaRPr lang="en-US" sz="110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464808"/>
            <a:ext cx="256032" cy="256032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21792" y="65105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BELVENAR ANALYTICS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8686800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kern="0" spc="2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600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8360" y="6455664"/>
            <a:ext cx="274320" cy="27432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0058400" y="651052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kern="0" spc="1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</a:t>
            </a:r>
            <a:endParaRPr lang="en-US" sz="600" dirty="0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0" y="6455664"/>
            <a:ext cx="256032" cy="25603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1173968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kern="0" spc="1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600" dirty="0"/>
          </a:p>
        </p:txBody>
      </p:sp>
      <p:sp>
        <p:nvSpPr>
          <p:cNvPr id="33" name="Shape 28"/>
          <p:cNvSpPr/>
          <p:nvPr/>
        </p:nvSpPr>
        <p:spPr>
          <a:xfrm>
            <a:off x="320040" y="6437376"/>
            <a:ext cx="11521440" cy="0"/>
          </a:xfrm>
          <a:prstGeom prst="line">
            <a:avLst/>
          </a:prstGeom>
          <a:noFill/>
          <a:ln w="9525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38478" cy="164592"/>
          </a:xfrm>
          <a:prstGeom prst="rect">
            <a:avLst/>
          </a:prstGeom>
          <a:solidFill>
            <a:srgbClr val="6929C4"/>
          </a:solidFill>
          <a:ln w="12700">
            <a:solidFill>
              <a:srgbClr val="6929C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1520190" y="0"/>
            <a:ext cx="1538478" cy="164592"/>
          </a:xfrm>
          <a:prstGeom prst="rect">
            <a:avLst/>
          </a:prstGeom>
          <a:solidFill>
            <a:srgbClr val="1192E8"/>
          </a:solidFill>
          <a:ln w="12700">
            <a:solidFill>
              <a:srgbClr val="1192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3040380" y="0"/>
            <a:ext cx="1538478" cy="164592"/>
          </a:xfrm>
          <a:prstGeom prst="rect">
            <a:avLst/>
          </a:prstGeom>
          <a:solidFill>
            <a:srgbClr val="005D5D"/>
          </a:solidFill>
          <a:ln w="12700">
            <a:solidFill>
              <a:srgbClr val="005D5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4560570" y="0"/>
            <a:ext cx="1538478" cy="164592"/>
          </a:xfrm>
          <a:prstGeom prst="rect">
            <a:avLst/>
          </a:prstGeom>
          <a:solidFill>
            <a:srgbClr val="9F1853"/>
          </a:solidFill>
          <a:ln w="12700">
            <a:solidFill>
              <a:srgbClr val="9F185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6080760" y="0"/>
            <a:ext cx="1538478" cy="164592"/>
          </a:xfrm>
          <a:prstGeom prst="rect">
            <a:avLst/>
          </a:prstGeom>
          <a:solidFill>
            <a:srgbClr val="FA4D56"/>
          </a:solidFill>
          <a:ln w="12700">
            <a:solidFill>
              <a:srgbClr val="FA4D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7600950" y="0"/>
            <a:ext cx="1538478" cy="164592"/>
          </a:xfrm>
          <a:prstGeom prst="rect">
            <a:avLst/>
          </a:prstGeom>
          <a:solidFill>
            <a:srgbClr val="570408"/>
          </a:solidFill>
          <a:ln w="12700">
            <a:solidFill>
              <a:srgbClr val="57040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9121140" y="0"/>
            <a:ext cx="1538478" cy="164592"/>
          </a:xfrm>
          <a:prstGeom prst="rect">
            <a:avLst/>
          </a:prstGeom>
          <a:solidFill>
            <a:srgbClr val="198038"/>
          </a:solidFill>
          <a:ln w="12700">
            <a:solidFill>
              <a:srgbClr val="19803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10641330" y="0"/>
            <a:ext cx="1538478" cy="164592"/>
          </a:xfrm>
          <a:prstGeom prst="rect">
            <a:avLst/>
          </a:prstGeom>
          <a:solidFill>
            <a:srgbClr val="002D9C"/>
          </a:solidFill>
          <a:ln w="12700">
            <a:solidFill>
              <a:srgbClr val="002D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10149840" y="201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2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SOLUTION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ROSETTA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50292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connection.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complete guide.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502920" y="1920240"/>
            <a:ext cx="11155680" cy="0"/>
          </a:xfrm>
          <a:prstGeom prst="line">
            <a:avLst/>
          </a:prstGeom>
          <a:noFill/>
          <a:ln w="9525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502920" y="2148840"/>
            <a:ext cx="27432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502920" y="2148840"/>
            <a:ext cx="54864" cy="256032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685800" y="2331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🗺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5800" y="2834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Map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3172968"/>
            <a:ext cx="2377440" cy="0"/>
          </a:xfrm>
          <a:prstGeom prst="line">
            <a:avLst/>
          </a:prstGeom>
          <a:noFill/>
          <a:ln w="9525">
            <a:solidFill>
              <a:srgbClr val="C6C6C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685800" y="324612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 diagram of every table and relationship, grouped by domain function.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29000" y="2148840"/>
            <a:ext cx="27432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3429000" y="2148840"/>
            <a:ext cx="54864" cy="256032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3611880" y="2331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11880" y="2834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11880" y="3172968"/>
            <a:ext cx="2377440" cy="0"/>
          </a:xfrm>
          <a:prstGeom prst="line">
            <a:avLst/>
          </a:prstGeom>
          <a:noFill/>
          <a:ln w="9525">
            <a:solidFill>
              <a:srgbClr val="C6C6C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3611880" y="324612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described in plain language. Searchable. Click any table for column-level detail.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55080" y="2148840"/>
            <a:ext cx="27432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6355080" y="2148840"/>
            <a:ext cx="54864" cy="256032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6537960" y="2331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▶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537960" y="2834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Queries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537960" y="3172968"/>
            <a:ext cx="2377440" cy="0"/>
          </a:xfrm>
          <a:prstGeom prst="line">
            <a:avLst/>
          </a:prstGeom>
          <a:noFill/>
          <a:ln w="9525">
            <a:solidFill>
              <a:srgbClr val="C6C6C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6537960" y="324612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annotated SQL queries, runnable in-app against your live database with results inline.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281160" y="2148840"/>
            <a:ext cx="27432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Shape 31"/>
          <p:cNvSpPr/>
          <p:nvPr/>
        </p:nvSpPr>
        <p:spPr>
          <a:xfrm>
            <a:off x="9281160" y="2148840"/>
            <a:ext cx="54864" cy="256032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9464040" y="2331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⬇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9464040" y="2834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464040" y="3172968"/>
            <a:ext cx="2377440" cy="0"/>
          </a:xfrm>
          <a:prstGeom prst="line">
            <a:avLst/>
          </a:prstGeom>
          <a:noFill/>
          <a:ln w="9525">
            <a:solidFill>
              <a:srgbClr val="C6C6C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Text 35"/>
          <p:cNvSpPr/>
          <p:nvPr/>
        </p:nvSpPr>
        <p:spPr>
          <a:xfrm>
            <a:off x="9464040" y="324612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onboarding guide exported as a single Markdown file. Version-control it alongside your code.</a:t>
            </a:r>
            <a:endParaRPr lang="en-US" sz="1050" dirty="0"/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464808"/>
            <a:ext cx="256032" cy="256032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621792" y="65105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BELVENAR ANALYTICS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8686800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kern="0" spc="2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600" dirty="0"/>
          </a:p>
        </p:txBody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8360" y="6455664"/>
            <a:ext cx="274320" cy="27432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10058400" y="651052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kern="0" spc="1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</a:t>
            </a:r>
            <a:endParaRPr lang="en-US" sz="600" dirty="0"/>
          </a:p>
        </p:txBody>
      </p:sp>
      <p:pic>
        <p:nvPicPr>
          <p:cNvPr id="4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0" y="6455664"/>
            <a:ext cx="256032" cy="256032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11173968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kern="0" spc="1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600" dirty="0"/>
          </a:p>
        </p:txBody>
      </p:sp>
      <p:sp>
        <p:nvSpPr>
          <p:cNvPr id="45" name="Shape 40"/>
          <p:cNvSpPr/>
          <p:nvPr/>
        </p:nvSpPr>
        <p:spPr>
          <a:xfrm>
            <a:off x="320040" y="6437376"/>
            <a:ext cx="11521440" cy="0"/>
          </a:xfrm>
          <a:prstGeom prst="line">
            <a:avLst/>
          </a:prstGeom>
          <a:noFill/>
          <a:ln w="9525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38478" cy="164592"/>
          </a:xfrm>
          <a:prstGeom prst="rect">
            <a:avLst/>
          </a:prstGeom>
          <a:solidFill>
            <a:srgbClr val="6929C4"/>
          </a:solidFill>
          <a:ln w="12700">
            <a:solidFill>
              <a:srgbClr val="6929C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1520190" y="0"/>
            <a:ext cx="1538478" cy="164592"/>
          </a:xfrm>
          <a:prstGeom prst="rect">
            <a:avLst/>
          </a:prstGeom>
          <a:solidFill>
            <a:srgbClr val="1192E8"/>
          </a:solidFill>
          <a:ln w="12700">
            <a:solidFill>
              <a:srgbClr val="1192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3040380" y="0"/>
            <a:ext cx="1538478" cy="164592"/>
          </a:xfrm>
          <a:prstGeom prst="rect">
            <a:avLst/>
          </a:prstGeom>
          <a:solidFill>
            <a:srgbClr val="005D5D"/>
          </a:solidFill>
          <a:ln w="12700">
            <a:solidFill>
              <a:srgbClr val="005D5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4560570" y="0"/>
            <a:ext cx="1538478" cy="164592"/>
          </a:xfrm>
          <a:prstGeom prst="rect">
            <a:avLst/>
          </a:prstGeom>
          <a:solidFill>
            <a:srgbClr val="9F1853"/>
          </a:solidFill>
          <a:ln w="12700">
            <a:solidFill>
              <a:srgbClr val="9F185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6080760" y="0"/>
            <a:ext cx="1538478" cy="164592"/>
          </a:xfrm>
          <a:prstGeom prst="rect">
            <a:avLst/>
          </a:prstGeom>
          <a:solidFill>
            <a:srgbClr val="FA4D56"/>
          </a:solidFill>
          <a:ln w="12700">
            <a:solidFill>
              <a:srgbClr val="FA4D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7600950" y="0"/>
            <a:ext cx="1538478" cy="164592"/>
          </a:xfrm>
          <a:prstGeom prst="rect">
            <a:avLst/>
          </a:prstGeom>
          <a:solidFill>
            <a:srgbClr val="570408"/>
          </a:solidFill>
          <a:ln w="12700">
            <a:solidFill>
              <a:srgbClr val="57040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9121140" y="0"/>
            <a:ext cx="1538478" cy="164592"/>
          </a:xfrm>
          <a:prstGeom prst="rect">
            <a:avLst/>
          </a:prstGeom>
          <a:solidFill>
            <a:srgbClr val="198038"/>
          </a:solidFill>
          <a:ln w="12700">
            <a:solidFill>
              <a:srgbClr val="19803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10641330" y="0"/>
            <a:ext cx="1538478" cy="164592"/>
          </a:xfrm>
          <a:prstGeom prst="rect">
            <a:avLst/>
          </a:prstGeom>
          <a:solidFill>
            <a:srgbClr val="002D9C"/>
          </a:solidFill>
          <a:ln w="12700">
            <a:solidFill>
              <a:srgbClr val="002D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10149840" y="201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2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BOB USAGE</a:t>
            </a:r>
            <a:endParaRPr lang="en-US" sz="7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l="12500" t="9321" r="16132" b="11824"/>
          <a:stretch>
            <a:fillRect/>
          </a:stretch>
        </p:blipFill>
        <p:spPr>
          <a:xfrm>
            <a:off x="525780" y="586012"/>
            <a:ext cx="1538478" cy="107819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2860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AS DEVELOPMENT ENGINE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286000" y="50292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didn't assist.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built.</a:t>
            </a:r>
            <a:endParaRPr lang="en-US" sz="4000" dirty="0"/>
          </a:p>
        </p:txBody>
      </p:sp>
      <p:sp>
        <p:nvSpPr>
          <p:cNvPr id="14" name="Shape 11"/>
          <p:cNvSpPr/>
          <p:nvPr/>
        </p:nvSpPr>
        <p:spPr>
          <a:xfrm>
            <a:off x="502920" y="1920240"/>
            <a:ext cx="11155680" cy="0"/>
          </a:xfrm>
          <a:prstGeom prst="line">
            <a:avLst/>
          </a:prstGeom>
          <a:noFill/>
          <a:ln w="9525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2"/>
          <p:cNvSpPr/>
          <p:nvPr/>
        </p:nvSpPr>
        <p:spPr>
          <a:xfrm>
            <a:off x="502920" y="2103120"/>
            <a:ext cx="45720" cy="749808"/>
          </a:xfrm>
          <a:prstGeom prst="rect">
            <a:avLst/>
          </a:prstGeom>
          <a:solidFill>
            <a:srgbClr val="1192E8"/>
          </a:solidFill>
          <a:ln w="12700">
            <a:solidFill>
              <a:srgbClr val="1192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3"/>
          <p:cNvSpPr/>
          <p:nvPr/>
        </p:nvSpPr>
        <p:spPr>
          <a:xfrm>
            <a:off x="68580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19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MODE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85800" y="24505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system architecture, module breakdown, data-flow diagram, and Pydantic schema definition.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2920" y="3108960"/>
            <a:ext cx="45720" cy="749808"/>
          </a:xfrm>
          <a:prstGeom prst="rect">
            <a:avLst/>
          </a:prstGeom>
          <a:solidFill>
            <a:srgbClr val="1192E8"/>
          </a:solidFill>
          <a:ln w="12700">
            <a:solidFill>
              <a:srgbClr val="1192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6"/>
          <p:cNvSpPr/>
          <p:nvPr/>
        </p:nvSpPr>
        <p:spPr>
          <a:xfrm>
            <a:off x="685800" y="3108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19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MODE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85800" y="345643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every page of the Streamlit app — connection logic, schema introspection, LLM prompt wrappers, PDF export.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02920" y="4114800"/>
            <a:ext cx="45720" cy="749808"/>
          </a:xfrm>
          <a:prstGeom prst="rect">
            <a:avLst/>
          </a:prstGeom>
          <a:solidFill>
            <a:srgbClr val="1192E8"/>
          </a:solidFill>
          <a:ln w="12700">
            <a:solidFill>
              <a:srgbClr val="1192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19"/>
          <p:cNvSpPr/>
          <p:nvPr/>
        </p:nvSpPr>
        <p:spPr>
          <a:xfrm>
            <a:off x="685800" y="4114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19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MODE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85800" y="44622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agentic review on every module. All flagged issues addressed inline. Session log exported for judging.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02920" y="5120640"/>
            <a:ext cx="45720" cy="749808"/>
          </a:xfrm>
          <a:prstGeom prst="rect">
            <a:avLst/>
          </a:prstGeom>
          <a:solidFill>
            <a:srgbClr val="1192E8"/>
          </a:solidFill>
          <a:ln w="12700">
            <a:solidFill>
              <a:srgbClr val="1192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2"/>
          <p:cNvSpPr/>
          <p:nvPr/>
        </p:nvSpPr>
        <p:spPr>
          <a:xfrm>
            <a:off x="685800" y="5120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19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MODE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85800" y="546811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Bob custom mode for database analysis — flags missing descriptions, type inconsistencies, naming violations.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686800" y="2103120"/>
            <a:ext cx="3017520" cy="1737360"/>
          </a:xfrm>
          <a:prstGeom prst="rect">
            <a:avLst/>
          </a:prstGeom>
          <a:solidFill>
            <a:srgbClr val="262626"/>
          </a:solidFill>
          <a:ln w="9525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5"/>
          <p:cNvSpPr/>
          <p:nvPr/>
        </p:nvSpPr>
        <p:spPr>
          <a:xfrm>
            <a:off x="8686800" y="2103120"/>
            <a:ext cx="45720" cy="1737360"/>
          </a:xfrm>
          <a:prstGeom prst="rect">
            <a:avLst/>
          </a:prstGeom>
          <a:solidFill>
            <a:srgbClr val="1192E8"/>
          </a:solidFill>
          <a:ln w="12700">
            <a:solidFill>
              <a:srgbClr val="1192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6"/>
          <p:cNvSpPr/>
          <p:nvPr/>
        </p:nvSpPr>
        <p:spPr>
          <a:xfrm>
            <a:off x="8823960" y="21488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119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6400" dirty="0"/>
          </a:p>
        </p:txBody>
      </p:sp>
      <p:sp>
        <p:nvSpPr>
          <p:cNvPr id="30" name="Text 27"/>
          <p:cNvSpPr/>
          <p:nvPr/>
        </p:nvSpPr>
        <p:spPr>
          <a:xfrm>
            <a:off x="8823960" y="3063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C6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BOBCOINS CONSUMED</a:t>
            </a:r>
            <a:endParaRPr lang="en-US" sz="900" dirty="0"/>
          </a:p>
          <a:p>
            <a:pPr marL="0" indent="0">
              <a:buNone/>
            </a:pPr>
            <a:r>
              <a:rPr lang="en-US" sz="900" kern="0" spc="100" dirty="0">
                <a:solidFill>
                  <a:srgbClr val="C6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40 total budget</a:t>
            </a:r>
            <a:endParaRPr lang="en-US" sz="900" dirty="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6464808"/>
            <a:ext cx="256032" cy="256032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621792" y="65105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BELVENAR ANALYTICS</a:t>
            </a:r>
            <a:endParaRPr lang="en-US" sz="700" dirty="0"/>
          </a:p>
        </p:txBody>
      </p:sp>
      <p:sp>
        <p:nvSpPr>
          <p:cNvPr id="33" name="Text 29"/>
          <p:cNvSpPr/>
          <p:nvPr/>
        </p:nvSpPr>
        <p:spPr>
          <a:xfrm>
            <a:off x="8686800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kern="0" spc="2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600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0" y="6455664"/>
            <a:ext cx="274320" cy="27432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10058400" y="651052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kern="0" spc="1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</a:t>
            </a:r>
            <a:endParaRPr lang="en-US" sz="60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0" y="6455664"/>
            <a:ext cx="256032" cy="256032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11173968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kern="0" spc="1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600" dirty="0"/>
          </a:p>
        </p:txBody>
      </p:sp>
      <p:sp>
        <p:nvSpPr>
          <p:cNvPr id="38" name="Shape 32"/>
          <p:cNvSpPr/>
          <p:nvPr/>
        </p:nvSpPr>
        <p:spPr>
          <a:xfrm>
            <a:off x="320040" y="6437376"/>
            <a:ext cx="11521440" cy="0"/>
          </a:xfrm>
          <a:prstGeom prst="line">
            <a:avLst/>
          </a:prstGeom>
          <a:noFill/>
          <a:ln w="9525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38478" cy="164592"/>
          </a:xfrm>
          <a:prstGeom prst="rect">
            <a:avLst/>
          </a:prstGeom>
          <a:solidFill>
            <a:srgbClr val="6929C4"/>
          </a:solidFill>
          <a:ln w="12700">
            <a:solidFill>
              <a:srgbClr val="6929C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1520190" y="0"/>
            <a:ext cx="1538478" cy="164592"/>
          </a:xfrm>
          <a:prstGeom prst="rect">
            <a:avLst/>
          </a:prstGeom>
          <a:solidFill>
            <a:srgbClr val="1192E8"/>
          </a:solidFill>
          <a:ln w="12700">
            <a:solidFill>
              <a:srgbClr val="1192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3040380" y="0"/>
            <a:ext cx="1538478" cy="164592"/>
          </a:xfrm>
          <a:prstGeom prst="rect">
            <a:avLst/>
          </a:prstGeom>
          <a:solidFill>
            <a:srgbClr val="005D5D"/>
          </a:solidFill>
          <a:ln w="12700">
            <a:solidFill>
              <a:srgbClr val="005D5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4560570" y="0"/>
            <a:ext cx="1538478" cy="164592"/>
          </a:xfrm>
          <a:prstGeom prst="rect">
            <a:avLst/>
          </a:prstGeom>
          <a:solidFill>
            <a:srgbClr val="9F1853"/>
          </a:solidFill>
          <a:ln w="12700">
            <a:solidFill>
              <a:srgbClr val="9F185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6080760" y="0"/>
            <a:ext cx="1538478" cy="164592"/>
          </a:xfrm>
          <a:prstGeom prst="rect">
            <a:avLst/>
          </a:prstGeom>
          <a:solidFill>
            <a:srgbClr val="FA4D56"/>
          </a:solidFill>
          <a:ln w="12700">
            <a:solidFill>
              <a:srgbClr val="FA4D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7600950" y="0"/>
            <a:ext cx="1538478" cy="164592"/>
          </a:xfrm>
          <a:prstGeom prst="rect">
            <a:avLst/>
          </a:prstGeom>
          <a:solidFill>
            <a:srgbClr val="570408"/>
          </a:solidFill>
          <a:ln w="12700">
            <a:solidFill>
              <a:srgbClr val="57040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9121140" y="0"/>
            <a:ext cx="1538478" cy="164592"/>
          </a:xfrm>
          <a:prstGeom prst="rect">
            <a:avLst/>
          </a:prstGeom>
          <a:solidFill>
            <a:srgbClr val="198038"/>
          </a:solidFill>
          <a:ln w="12700">
            <a:solidFill>
              <a:srgbClr val="19803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10641330" y="0"/>
            <a:ext cx="1538478" cy="164592"/>
          </a:xfrm>
          <a:prstGeom prst="rect">
            <a:avLst/>
          </a:prstGeom>
          <a:solidFill>
            <a:srgbClr val="002D9C"/>
          </a:solidFill>
          <a:ln w="12700">
            <a:solidFill>
              <a:srgbClr val="002D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10149840" y="201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2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ARCHITECTURE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502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pages. One database connection.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SQL expertise required.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02920" y="1645920"/>
            <a:ext cx="11155680" cy="0"/>
          </a:xfrm>
          <a:prstGeom prst="line">
            <a:avLst/>
          </a:prstGeom>
          <a:noFill/>
          <a:ln w="9525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502920" y="1783080"/>
            <a:ext cx="45720" cy="45720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685800" y="1783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85800" y="2029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+ Streamlit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468880"/>
            <a:ext cx="45720" cy="45720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685800" y="2468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85800" y="2715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pyodbc / SQL Server 2025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154680"/>
            <a:ext cx="45720" cy="45720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685800" y="3154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85800" y="3401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+ Groq LLaMA-3.1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840480"/>
            <a:ext cx="45720" cy="45720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685800" y="3840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VIZ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85800" y="40873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streamlit-agraph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4526280"/>
            <a:ext cx="45720" cy="45720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685800" y="4526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85800" y="4773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+ reportlab PDF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5212080"/>
            <a:ext cx="45720" cy="45720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685800" y="5212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85800" y="5458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Community Cloud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749040" y="1874520"/>
            <a:ext cx="192024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Shape 31"/>
          <p:cNvSpPr/>
          <p:nvPr/>
        </p:nvSpPr>
        <p:spPr>
          <a:xfrm>
            <a:off x="3749040" y="1874520"/>
            <a:ext cx="54864" cy="82296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3886200" y="19110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886200" y="22219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/ Connect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87568" y="2286000"/>
            <a:ext cx="146304" cy="0"/>
          </a:xfrm>
          <a:prstGeom prst="line">
            <a:avLst/>
          </a:prstGeom>
          <a:noFill/>
          <a:ln w="9525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Shape 35"/>
          <p:cNvSpPr/>
          <p:nvPr/>
        </p:nvSpPr>
        <p:spPr>
          <a:xfrm>
            <a:off x="5852160" y="1874520"/>
            <a:ext cx="192024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1192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Shape 36"/>
          <p:cNvSpPr/>
          <p:nvPr/>
        </p:nvSpPr>
        <p:spPr>
          <a:xfrm>
            <a:off x="5852160" y="1874520"/>
            <a:ext cx="54864" cy="822960"/>
          </a:xfrm>
          <a:prstGeom prst="rect">
            <a:avLst/>
          </a:prstGeom>
          <a:solidFill>
            <a:srgbClr val="1192E8"/>
          </a:solidFill>
          <a:ln w="12700">
            <a:solidFill>
              <a:srgbClr val="1192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Text 37"/>
          <p:cNvSpPr/>
          <p:nvPr/>
        </p:nvSpPr>
        <p:spPr>
          <a:xfrm>
            <a:off x="5989320" y="19110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9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89320" y="22219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790688" y="2286000"/>
            <a:ext cx="146304" cy="0"/>
          </a:xfrm>
          <a:prstGeom prst="line">
            <a:avLst/>
          </a:prstGeom>
          <a:noFill/>
          <a:ln w="9525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Shape 40"/>
          <p:cNvSpPr/>
          <p:nvPr/>
        </p:nvSpPr>
        <p:spPr>
          <a:xfrm>
            <a:off x="7955280" y="1874520"/>
            <a:ext cx="192024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9D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Shape 41"/>
          <p:cNvSpPr/>
          <p:nvPr/>
        </p:nvSpPr>
        <p:spPr>
          <a:xfrm>
            <a:off x="7955280" y="1874520"/>
            <a:ext cx="54864" cy="822960"/>
          </a:xfrm>
          <a:prstGeom prst="rect">
            <a:avLst/>
          </a:prstGeom>
          <a:solidFill>
            <a:srgbClr val="009D9A"/>
          </a:solidFill>
          <a:ln w="12700">
            <a:solidFill>
              <a:srgbClr val="009D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Text 42"/>
          <p:cNvSpPr/>
          <p:nvPr/>
        </p:nvSpPr>
        <p:spPr>
          <a:xfrm>
            <a:off x="8092440" y="19110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092440" y="22219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893808" y="2286000"/>
            <a:ext cx="146304" cy="0"/>
          </a:xfrm>
          <a:prstGeom prst="line">
            <a:avLst/>
          </a:prstGeom>
          <a:noFill/>
          <a:ln w="9525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Shape 45"/>
          <p:cNvSpPr/>
          <p:nvPr/>
        </p:nvSpPr>
        <p:spPr>
          <a:xfrm>
            <a:off x="10058400" y="1874520"/>
            <a:ext cx="192024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8A3FF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Shape 46"/>
          <p:cNvSpPr/>
          <p:nvPr/>
        </p:nvSpPr>
        <p:spPr>
          <a:xfrm>
            <a:off x="10058400" y="1874520"/>
            <a:ext cx="54864" cy="822960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Text 47"/>
          <p:cNvSpPr/>
          <p:nvPr/>
        </p:nvSpPr>
        <p:spPr>
          <a:xfrm>
            <a:off x="10195560" y="19110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3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195560" y="22219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Map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749040" y="3520440"/>
            <a:ext cx="192024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Shape 50"/>
          <p:cNvSpPr/>
          <p:nvPr/>
        </p:nvSpPr>
        <p:spPr>
          <a:xfrm>
            <a:off x="3749040" y="3520440"/>
            <a:ext cx="54864" cy="82296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3" name="Text 51"/>
          <p:cNvSpPr/>
          <p:nvPr/>
        </p:nvSpPr>
        <p:spPr>
          <a:xfrm>
            <a:off x="3886200" y="3557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886200" y="386791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Queries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687568" y="3931920"/>
            <a:ext cx="146304" cy="0"/>
          </a:xfrm>
          <a:prstGeom prst="line">
            <a:avLst/>
          </a:prstGeom>
          <a:noFill/>
          <a:ln w="9525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6" name="Shape 54"/>
          <p:cNvSpPr/>
          <p:nvPr/>
        </p:nvSpPr>
        <p:spPr>
          <a:xfrm>
            <a:off x="5852160" y="3520440"/>
            <a:ext cx="192024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1192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7" name="Shape 55"/>
          <p:cNvSpPr/>
          <p:nvPr/>
        </p:nvSpPr>
        <p:spPr>
          <a:xfrm>
            <a:off x="5852160" y="3520440"/>
            <a:ext cx="54864" cy="822960"/>
          </a:xfrm>
          <a:prstGeom prst="rect">
            <a:avLst/>
          </a:prstGeom>
          <a:solidFill>
            <a:srgbClr val="1192E8"/>
          </a:solidFill>
          <a:ln w="12700">
            <a:solidFill>
              <a:srgbClr val="1192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8" name="Text 56"/>
          <p:cNvSpPr/>
          <p:nvPr/>
        </p:nvSpPr>
        <p:spPr>
          <a:xfrm>
            <a:off x="5989320" y="3557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9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989320" y="386791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790688" y="3931920"/>
            <a:ext cx="146304" cy="0"/>
          </a:xfrm>
          <a:prstGeom prst="line">
            <a:avLst/>
          </a:prstGeom>
          <a:noFill/>
          <a:ln w="9525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1" name="Shape 59"/>
          <p:cNvSpPr/>
          <p:nvPr/>
        </p:nvSpPr>
        <p:spPr>
          <a:xfrm>
            <a:off x="7955280" y="3520440"/>
            <a:ext cx="192024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9D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2" name="Shape 60"/>
          <p:cNvSpPr/>
          <p:nvPr/>
        </p:nvSpPr>
        <p:spPr>
          <a:xfrm>
            <a:off x="7955280" y="3520440"/>
            <a:ext cx="54864" cy="822960"/>
          </a:xfrm>
          <a:prstGeom prst="rect">
            <a:avLst/>
          </a:prstGeom>
          <a:solidFill>
            <a:srgbClr val="009D9A"/>
          </a:solidFill>
          <a:ln w="12700">
            <a:solidFill>
              <a:srgbClr val="009D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3" name="Text 61"/>
          <p:cNvSpPr/>
          <p:nvPr/>
        </p:nvSpPr>
        <p:spPr>
          <a:xfrm>
            <a:off x="8092440" y="3557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092440" y="386791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000" dirty="0"/>
          </a:p>
        </p:txBody>
      </p:sp>
      <p:pic>
        <p:nvPicPr>
          <p:cNvPr id="6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464808"/>
            <a:ext cx="256032" cy="256032"/>
          </a:xfrm>
          <a:prstGeom prst="rect">
            <a:avLst/>
          </a:prstGeom>
        </p:spPr>
      </p:pic>
      <p:sp>
        <p:nvSpPr>
          <p:cNvPr id="66" name="Text 63"/>
          <p:cNvSpPr/>
          <p:nvPr/>
        </p:nvSpPr>
        <p:spPr>
          <a:xfrm>
            <a:off x="621792" y="65105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BELVENAR ANALYTICS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8686800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kern="0" spc="2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600" dirty="0"/>
          </a:p>
        </p:txBody>
      </p:sp>
      <p:pic>
        <p:nvPicPr>
          <p:cNvPr id="6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8360" y="6455664"/>
            <a:ext cx="274320" cy="274320"/>
          </a:xfrm>
          <a:prstGeom prst="rect">
            <a:avLst/>
          </a:prstGeom>
        </p:spPr>
      </p:pic>
      <p:sp>
        <p:nvSpPr>
          <p:cNvPr id="69" name="Text 65"/>
          <p:cNvSpPr/>
          <p:nvPr/>
        </p:nvSpPr>
        <p:spPr>
          <a:xfrm>
            <a:off x="10058400" y="651052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kern="0" spc="1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</a:t>
            </a:r>
            <a:endParaRPr lang="en-US" sz="600" dirty="0"/>
          </a:p>
        </p:txBody>
      </p:sp>
      <p:pic>
        <p:nvPicPr>
          <p:cNvPr id="7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0" y="6455664"/>
            <a:ext cx="256032" cy="256032"/>
          </a:xfrm>
          <a:prstGeom prst="rect">
            <a:avLst/>
          </a:prstGeom>
        </p:spPr>
      </p:pic>
      <p:sp>
        <p:nvSpPr>
          <p:cNvPr id="71" name="Text 66"/>
          <p:cNvSpPr/>
          <p:nvPr/>
        </p:nvSpPr>
        <p:spPr>
          <a:xfrm>
            <a:off x="11173968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kern="0" spc="1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600" dirty="0"/>
          </a:p>
        </p:txBody>
      </p:sp>
      <p:sp>
        <p:nvSpPr>
          <p:cNvPr id="72" name="Shape 67"/>
          <p:cNvSpPr/>
          <p:nvPr/>
        </p:nvSpPr>
        <p:spPr>
          <a:xfrm>
            <a:off x="320040" y="6437376"/>
            <a:ext cx="11521440" cy="0"/>
          </a:xfrm>
          <a:prstGeom prst="line">
            <a:avLst/>
          </a:prstGeom>
          <a:noFill/>
          <a:ln w="9525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38478" cy="164592"/>
          </a:xfrm>
          <a:prstGeom prst="rect">
            <a:avLst/>
          </a:prstGeom>
          <a:solidFill>
            <a:srgbClr val="6929C4"/>
          </a:solidFill>
          <a:ln w="12700">
            <a:solidFill>
              <a:srgbClr val="6929C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1520190" y="0"/>
            <a:ext cx="1538478" cy="164592"/>
          </a:xfrm>
          <a:prstGeom prst="rect">
            <a:avLst/>
          </a:prstGeom>
          <a:solidFill>
            <a:srgbClr val="1192E8"/>
          </a:solidFill>
          <a:ln w="12700">
            <a:solidFill>
              <a:srgbClr val="1192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3040380" y="0"/>
            <a:ext cx="1538478" cy="164592"/>
          </a:xfrm>
          <a:prstGeom prst="rect">
            <a:avLst/>
          </a:prstGeom>
          <a:solidFill>
            <a:srgbClr val="005D5D"/>
          </a:solidFill>
          <a:ln w="12700">
            <a:solidFill>
              <a:srgbClr val="005D5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4560570" y="0"/>
            <a:ext cx="1538478" cy="164592"/>
          </a:xfrm>
          <a:prstGeom prst="rect">
            <a:avLst/>
          </a:prstGeom>
          <a:solidFill>
            <a:srgbClr val="9F1853"/>
          </a:solidFill>
          <a:ln w="12700">
            <a:solidFill>
              <a:srgbClr val="9F185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6080760" y="0"/>
            <a:ext cx="1538478" cy="164592"/>
          </a:xfrm>
          <a:prstGeom prst="rect">
            <a:avLst/>
          </a:prstGeom>
          <a:solidFill>
            <a:srgbClr val="FA4D56"/>
          </a:solidFill>
          <a:ln w="12700">
            <a:solidFill>
              <a:srgbClr val="FA4D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7600950" y="0"/>
            <a:ext cx="1538478" cy="164592"/>
          </a:xfrm>
          <a:prstGeom prst="rect">
            <a:avLst/>
          </a:prstGeom>
          <a:solidFill>
            <a:srgbClr val="570408"/>
          </a:solidFill>
          <a:ln w="12700">
            <a:solidFill>
              <a:srgbClr val="57040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9121140" y="0"/>
            <a:ext cx="1538478" cy="164592"/>
          </a:xfrm>
          <a:prstGeom prst="rect">
            <a:avLst/>
          </a:prstGeom>
          <a:solidFill>
            <a:srgbClr val="198038"/>
          </a:solidFill>
          <a:ln w="12700">
            <a:solidFill>
              <a:srgbClr val="19803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10641330" y="0"/>
            <a:ext cx="1538478" cy="164592"/>
          </a:xfrm>
          <a:prstGeom prst="rect">
            <a:avLst/>
          </a:prstGeom>
          <a:solidFill>
            <a:srgbClr val="002D9C"/>
          </a:solidFill>
          <a:ln w="12700">
            <a:solidFill>
              <a:srgbClr val="002D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10149840" y="201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2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DEMO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50292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connection string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onboarding guide.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502920" y="1965960"/>
            <a:ext cx="11155680" cy="0"/>
          </a:xfrm>
          <a:prstGeom prst="line">
            <a:avLst/>
          </a:prstGeom>
          <a:noFill/>
          <a:ln w="9525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502920" y="2148840"/>
            <a:ext cx="7132320" cy="3200400"/>
          </a:xfrm>
          <a:prstGeom prst="rect">
            <a:avLst/>
          </a:prstGeom>
          <a:solidFill>
            <a:srgbClr val="161616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502920" y="2148840"/>
            <a:ext cx="7132320" cy="320040"/>
          </a:xfrm>
          <a:prstGeom prst="rect">
            <a:avLst/>
          </a:prstGeom>
          <a:solidFill>
            <a:srgbClr val="393939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685800" y="2176272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6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 rosetta-xu8drsbqv2tuahq6uagskl.streamlit.app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097280" y="2834640"/>
            <a:ext cx="1371600" cy="457200"/>
          </a:xfrm>
          <a:prstGeom prst="rect">
            <a:avLst/>
          </a:prstGeom>
          <a:solidFill>
            <a:srgbClr val="262626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1170432" y="29260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0" y="2606040"/>
            <a:ext cx="1371600" cy="457200"/>
          </a:xfrm>
          <a:prstGeom prst="rect">
            <a:avLst/>
          </a:prstGeom>
          <a:solidFill>
            <a:srgbClr val="262626"/>
          </a:solidFill>
          <a:ln w="12700">
            <a:solidFill>
              <a:srgbClr val="1192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2816352" y="26974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9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89120" y="2834640"/>
            <a:ext cx="1371600" cy="457200"/>
          </a:xfrm>
          <a:prstGeom prst="rect">
            <a:avLst/>
          </a:prstGeom>
          <a:solidFill>
            <a:srgbClr val="262626"/>
          </a:solidFill>
          <a:ln w="12700">
            <a:solidFill>
              <a:srgbClr val="009D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4462272" y="29260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9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0" y="3749040"/>
            <a:ext cx="1371600" cy="457200"/>
          </a:xfrm>
          <a:prstGeom prst="rect">
            <a:avLst/>
          </a:prstGeom>
          <a:solidFill>
            <a:srgbClr val="262626"/>
          </a:solidFill>
          <a:ln w="12700">
            <a:solidFill>
              <a:srgbClr val="8A3FF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2816352" y="38404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A3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OrderItems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120640" y="4114800"/>
            <a:ext cx="1371600" cy="457200"/>
          </a:xfrm>
          <a:prstGeom prst="rect">
            <a:avLst/>
          </a:prstGeom>
          <a:solidFill>
            <a:srgbClr val="262626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5193792" y="42062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468880" y="3063240"/>
            <a:ext cx="274320" cy="0"/>
          </a:xfrm>
          <a:prstGeom prst="line">
            <a:avLst/>
          </a:prstGeom>
          <a:noFill/>
          <a:ln w="6350">
            <a:solidFill>
              <a:srgbClr val="6F6F6F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4114800" y="2834640"/>
            <a:ext cx="274320" cy="228600"/>
          </a:xfrm>
          <a:prstGeom prst="line">
            <a:avLst/>
          </a:prstGeom>
          <a:noFill/>
          <a:ln w="6350">
            <a:solidFill>
              <a:srgbClr val="6F6F6F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3429000" y="3063240"/>
            <a:ext cx="0" cy="685800"/>
          </a:xfrm>
          <a:prstGeom prst="line">
            <a:avLst/>
          </a:prstGeom>
          <a:noFill/>
          <a:ln w="6350">
            <a:solidFill>
              <a:srgbClr val="6F6F6F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8"/>
          <p:cNvSpPr/>
          <p:nvPr/>
        </p:nvSpPr>
        <p:spPr>
          <a:xfrm>
            <a:off x="4114800" y="3977640"/>
            <a:ext cx="1005840" cy="365760"/>
          </a:xfrm>
          <a:prstGeom prst="line">
            <a:avLst/>
          </a:prstGeom>
          <a:noFill/>
          <a:ln w="6350">
            <a:solidFill>
              <a:srgbClr val="6F6F6F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685800" y="50749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SCHEMA MAP  ·  ADVENTUREWORKS2025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7955280" y="2194560"/>
            <a:ext cx="3840480" cy="1280160"/>
          </a:xfrm>
          <a:prstGeom prst="rect">
            <a:avLst/>
          </a:prstGeom>
          <a:solidFill>
            <a:srgbClr val="161616"/>
          </a:solidFill>
          <a:ln w="9525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Shape 31"/>
          <p:cNvSpPr/>
          <p:nvPr/>
        </p:nvSpPr>
        <p:spPr>
          <a:xfrm>
            <a:off x="7955280" y="2194560"/>
            <a:ext cx="45720" cy="128016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8138160" y="22402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4400" dirty="0"/>
          </a:p>
        </p:txBody>
      </p:sp>
      <p:sp>
        <p:nvSpPr>
          <p:cNvPr id="35" name="Text 33"/>
          <p:cNvSpPr/>
          <p:nvPr/>
        </p:nvSpPr>
        <p:spPr>
          <a:xfrm>
            <a:off x="8138160" y="29260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cold start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6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full guide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955280" y="3703320"/>
            <a:ext cx="3840480" cy="1280160"/>
          </a:xfrm>
          <a:prstGeom prst="rect">
            <a:avLst/>
          </a:prstGeom>
          <a:solidFill>
            <a:srgbClr val="161616"/>
          </a:solidFill>
          <a:ln w="9525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Shape 35"/>
          <p:cNvSpPr/>
          <p:nvPr/>
        </p:nvSpPr>
        <p:spPr>
          <a:xfrm>
            <a:off x="7955280" y="3703320"/>
            <a:ext cx="45720" cy="128016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8138160" y="37490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pages</a:t>
            </a:r>
            <a:endParaRPr lang="en-US" sz="4400" dirty="0"/>
          </a:p>
        </p:txBody>
      </p:sp>
      <p:sp>
        <p:nvSpPr>
          <p:cNvPr id="39" name="Text 37"/>
          <p:cNvSpPr/>
          <p:nvPr/>
        </p:nvSpPr>
        <p:spPr>
          <a:xfrm>
            <a:off x="8138160" y="4434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6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955280" y="5212080"/>
            <a:ext cx="3840480" cy="1280160"/>
          </a:xfrm>
          <a:prstGeom prst="rect">
            <a:avLst/>
          </a:prstGeom>
          <a:solidFill>
            <a:srgbClr val="161616"/>
          </a:solidFill>
          <a:ln w="9525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Shape 39"/>
          <p:cNvSpPr/>
          <p:nvPr/>
        </p:nvSpPr>
        <p:spPr>
          <a:xfrm>
            <a:off x="7955280" y="5212080"/>
            <a:ext cx="45720" cy="128016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40"/>
          <p:cNvSpPr/>
          <p:nvPr/>
        </p:nvSpPr>
        <p:spPr>
          <a:xfrm>
            <a:off x="8138160" y="52578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SQL</a:t>
            </a:r>
            <a:endParaRPr lang="en-US" sz="4400" dirty="0"/>
          </a:p>
        </p:txBody>
      </p:sp>
      <p:sp>
        <p:nvSpPr>
          <p:cNvPr id="43" name="Text 41"/>
          <p:cNvSpPr/>
          <p:nvPr/>
        </p:nvSpPr>
        <p:spPr>
          <a:xfrm>
            <a:off x="8138160" y="59436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6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pic>
        <p:nvPicPr>
          <p:cNvPr id="4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464808"/>
            <a:ext cx="256032" cy="256032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621792" y="65105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BELVENAR ANALYTICS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8686800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kern="0" spc="2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600" dirty="0"/>
          </a:p>
        </p:txBody>
      </p:sp>
      <p:pic>
        <p:nvPicPr>
          <p:cNvPr id="4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8360" y="6510528"/>
            <a:ext cx="274320" cy="201168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10058400" y="651052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kern="0" spc="1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</a:t>
            </a:r>
            <a:endParaRPr lang="en-US" sz="600" dirty="0"/>
          </a:p>
        </p:txBody>
      </p:sp>
      <p:pic>
        <p:nvPicPr>
          <p:cNvPr id="4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9938" y="6510528"/>
            <a:ext cx="207454" cy="207454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11173968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kern="0" spc="1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600" dirty="0"/>
          </a:p>
        </p:txBody>
      </p:sp>
      <p:sp>
        <p:nvSpPr>
          <p:cNvPr id="51" name="Shape 46"/>
          <p:cNvSpPr/>
          <p:nvPr/>
        </p:nvSpPr>
        <p:spPr>
          <a:xfrm>
            <a:off x="320040" y="6437376"/>
            <a:ext cx="11521440" cy="0"/>
          </a:xfrm>
          <a:prstGeom prst="line">
            <a:avLst/>
          </a:prstGeom>
          <a:noFill/>
          <a:ln w="9525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38478" cy="164592"/>
          </a:xfrm>
          <a:prstGeom prst="rect">
            <a:avLst/>
          </a:prstGeom>
          <a:solidFill>
            <a:srgbClr val="6929C4"/>
          </a:solidFill>
          <a:ln w="12700">
            <a:solidFill>
              <a:srgbClr val="6929C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1520190" y="0"/>
            <a:ext cx="1538478" cy="164592"/>
          </a:xfrm>
          <a:prstGeom prst="rect">
            <a:avLst/>
          </a:prstGeom>
          <a:solidFill>
            <a:srgbClr val="1192E8"/>
          </a:solidFill>
          <a:ln w="12700">
            <a:solidFill>
              <a:srgbClr val="1192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3040380" y="0"/>
            <a:ext cx="1538478" cy="164592"/>
          </a:xfrm>
          <a:prstGeom prst="rect">
            <a:avLst/>
          </a:prstGeom>
          <a:solidFill>
            <a:srgbClr val="005D5D"/>
          </a:solidFill>
          <a:ln w="12700">
            <a:solidFill>
              <a:srgbClr val="005D5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4560570" y="0"/>
            <a:ext cx="1538478" cy="164592"/>
          </a:xfrm>
          <a:prstGeom prst="rect">
            <a:avLst/>
          </a:prstGeom>
          <a:solidFill>
            <a:srgbClr val="9F1853"/>
          </a:solidFill>
          <a:ln w="12700">
            <a:solidFill>
              <a:srgbClr val="9F185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6080760" y="0"/>
            <a:ext cx="1538478" cy="164592"/>
          </a:xfrm>
          <a:prstGeom prst="rect">
            <a:avLst/>
          </a:prstGeom>
          <a:solidFill>
            <a:srgbClr val="FA4D56"/>
          </a:solidFill>
          <a:ln w="12700">
            <a:solidFill>
              <a:srgbClr val="FA4D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7600950" y="0"/>
            <a:ext cx="1538478" cy="164592"/>
          </a:xfrm>
          <a:prstGeom prst="rect">
            <a:avLst/>
          </a:prstGeom>
          <a:solidFill>
            <a:srgbClr val="570408"/>
          </a:solidFill>
          <a:ln w="12700">
            <a:solidFill>
              <a:srgbClr val="57040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9121140" y="0"/>
            <a:ext cx="1538478" cy="164592"/>
          </a:xfrm>
          <a:prstGeom prst="rect">
            <a:avLst/>
          </a:prstGeom>
          <a:solidFill>
            <a:srgbClr val="198038"/>
          </a:solidFill>
          <a:ln w="12700">
            <a:solidFill>
              <a:srgbClr val="19803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10641330" y="0"/>
            <a:ext cx="1538478" cy="164592"/>
          </a:xfrm>
          <a:prstGeom prst="rect">
            <a:avLst/>
          </a:prstGeom>
          <a:solidFill>
            <a:srgbClr val="002D9C"/>
          </a:solidFill>
          <a:ln w="12700">
            <a:solidFill>
              <a:srgbClr val="002D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10149840" y="201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2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VALUE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50292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Rosetta Stone translated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dead language. We translate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database.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02920" y="2606040"/>
            <a:ext cx="11155680" cy="0"/>
          </a:xfrm>
          <a:prstGeom prst="line">
            <a:avLst/>
          </a:prstGeom>
          <a:noFill/>
          <a:ln w="9525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502920" y="2743200"/>
            <a:ext cx="45720" cy="137160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685800" y="2743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Onboarding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127248"/>
            <a:ext cx="5303520" cy="0"/>
          </a:xfrm>
          <a:prstGeom prst="line">
            <a:avLst/>
          </a:prstGeom>
          <a:noFill/>
          <a:ln w="9525">
            <a:solidFill>
              <a:srgbClr val="C6C6C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685800" y="3218688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analysts and developers become productive on day one instead of week three. SAP, Oracle, SQL Server — any relational database.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2743200"/>
            <a:ext cx="45720" cy="1371600"/>
          </a:xfrm>
          <a:prstGeom prst="rect">
            <a:avLst/>
          </a:prstGeom>
          <a:solidFill>
            <a:srgbClr val="1192E8"/>
          </a:solidFill>
          <a:ln w="12700">
            <a:solidFill>
              <a:srgbClr val="1192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6537960" y="2743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Preservation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37960" y="3127248"/>
            <a:ext cx="5303520" cy="0"/>
          </a:xfrm>
          <a:prstGeom prst="line">
            <a:avLst/>
          </a:prstGeom>
          <a:noFill/>
          <a:ln w="9525">
            <a:solidFill>
              <a:srgbClr val="C6C6C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6537960" y="3218688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schema knowledge no longer lives only in the heads of senior developers. Export the guide, version-control it, keep it alive.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4434840"/>
            <a:ext cx="45720" cy="1371600"/>
          </a:xfrm>
          <a:prstGeom prst="rect">
            <a:avLst/>
          </a:prstGeom>
          <a:solidFill>
            <a:srgbClr val="009D9A"/>
          </a:solidFill>
          <a:ln w="12700">
            <a:solidFill>
              <a:srgbClr val="009D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685800" y="4434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Ecosystem Fit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" y="4818888"/>
            <a:ext cx="5303520" cy="0"/>
          </a:xfrm>
          <a:prstGeom prst="line">
            <a:avLst/>
          </a:prstGeom>
          <a:noFill/>
          <a:ln w="9525">
            <a:solidFill>
              <a:srgbClr val="C6C6C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685800" y="4910328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drives the core AI. Groq LLaMA-3.1 handles natural language generation. Carbon Design tokens unify the UI. Native IBM stack, end to end.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55080" y="4434840"/>
            <a:ext cx="45720" cy="1371600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6537960" y="4434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Source, MIT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37960" y="4818888"/>
            <a:ext cx="5303520" cy="0"/>
          </a:xfrm>
          <a:prstGeom prst="line">
            <a:avLst/>
          </a:prstGeom>
          <a:noFill/>
          <a:ln w="9525">
            <a:solidFill>
              <a:srgbClr val="C6C6C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6537960" y="4910328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of code is public at github.com/Raven-V1/rosetta. Fork it, contribute to it, deploy it inside your enterprise firewall.</a:t>
            </a:r>
            <a:endParaRPr lang="en-US" sz="110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464808"/>
            <a:ext cx="256032" cy="256032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621792" y="65105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BELVENAR ANALYTICS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8686800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kern="0" spc="2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600" dirty="0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8360" y="6492240"/>
            <a:ext cx="274320" cy="201168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10058400" y="651052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kern="0" spc="1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</a:t>
            </a:r>
            <a:endParaRPr lang="en-US" sz="600" dirty="0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0" y="6455664"/>
            <a:ext cx="256032" cy="256032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11173968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kern="0" spc="1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600" dirty="0"/>
          </a:p>
        </p:txBody>
      </p:sp>
      <p:sp>
        <p:nvSpPr>
          <p:cNvPr id="37" name="Shape 32"/>
          <p:cNvSpPr/>
          <p:nvPr/>
        </p:nvSpPr>
        <p:spPr>
          <a:xfrm>
            <a:off x="320040" y="6437376"/>
            <a:ext cx="11521440" cy="0"/>
          </a:xfrm>
          <a:prstGeom prst="line">
            <a:avLst/>
          </a:prstGeom>
          <a:noFill/>
          <a:ln w="9525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38478" cy="164592"/>
          </a:xfrm>
          <a:prstGeom prst="rect">
            <a:avLst/>
          </a:prstGeom>
          <a:solidFill>
            <a:srgbClr val="6929C4"/>
          </a:solidFill>
          <a:ln w="12700">
            <a:solidFill>
              <a:srgbClr val="6929C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1520190" y="0"/>
            <a:ext cx="1538478" cy="164592"/>
          </a:xfrm>
          <a:prstGeom prst="rect">
            <a:avLst/>
          </a:prstGeom>
          <a:solidFill>
            <a:srgbClr val="1192E8"/>
          </a:solidFill>
          <a:ln w="12700">
            <a:solidFill>
              <a:srgbClr val="1192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3040380" y="0"/>
            <a:ext cx="1538478" cy="164592"/>
          </a:xfrm>
          <a:prstGeom prst="rect">
            <a:avLst/>
          </a:prstGeom>
          <a:solidFill>
            <a:srgbClr val="005D5D"/>
          </a:solidFill>
          <a:ln w="12700">
            <a:solidFill>
              <a:srgbClr val="005D5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4560570" y="0"/>
            <a:ext cx="1538478" cy="164592"/>
          </a:xfrm>
          <a:prstGeom prst="rect">
            <a:avLst/>
          </a:prstGeom>
          <a:solidFill>
            <a:srgbClr val="9F1853"/>
          </a:solidFill>
          <a:ln w="12700">
            <a:solidFill>
              <a:srgbClr val="9F185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6080760" y="0"/>
            <a:ext cx="1538478" cy="164592"/>
          </a:xfrm>
          <a:prstGeom prst="rect">
            <a:avLst/>
          </a:prstGeom>
          <a:solidFill>
            <a:srgbClr val="FA4D56"/>
          </a:solidFill>
          <a:ln w="12700">
            <a:solidFill>
              <a:srgbClr val="FA4D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7600950" y="0"/>
            <a:ext cx="1538478" cy="164592"/>
          </a:xfrm>
          <a:prstGeom prst="rect">
            <a:avLst/>
          </a:prstGeom>
          <a:solidFill>
            <a:srgbClr val="570408"/>
          </a:solidFill>
          <a:ln w="12700">
            <a:solidFill>
              <a:srgbClr val="57040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9121140" y="0"/>
            <a:ext cx="1538478" cy="164592"/>
          </a:xfrm>
          <a:prstGeom prst="rect">
            <a:avLst/>
          </a:prstGeom>
          <a:solidFill>
            <a:srgbClr val="198038"/>
          </a:solidFill>
          <a:ln w="12700">
            <a:solidFill>
              <a:srgbClr val="19803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10641330" y="0"/>
            <a:ext cx="1538478" cy="164592"/>
          </a:xfrm>
          <a:prstGeom prst="rect">
            <a:avLst/>
          </a:prstGeom>
          <a:solidFill>
            <a:srgbClr val="002D9C"/>
          </a:solidFill>
          <a:ln w="12700">
            <a:solidFill>
              <a:srgbClr val="002D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914400"/>
            <a:ext cx="2103120" cy="21031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32004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ROSETTA</a:t>
            </a:r>
            <a:endParaRPr lang="en-US" sz="6400" dirty="0"/>
          </a:p>
        </p:txBody>
      </p:sp>
      <p:sp>
        <p:nvSpPr>
          <p:cNvPr id="12" name="Text 9"/>
          <p:cNvSpPr/>
          <p:nvPr/>
        </p:nvSpPr>
        <p:spPr>
          <a:xfrm>
            <a:off x="457200" y="4069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Belvenar Analytics  ·  IBM Bob Hackathon 2026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828800" y="4480560"/>
            <a:ext cx="8503920" cy="0"/>
          </a:xfrm>
          <a:prstGeom prst="line">
            <a:avLst/>
          </a:prstGeom>
          <a:noFill/>
          <a:ln w="9525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/>
          <p:nvPr/>
        </p:nvSpPr>
        <p:spPr>
          <a:xfrm>
            <a:off x="457200" y="4617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github.com/Raven-V1/rosetta</a:t>
            </a:r>
            <a:endParaRPr lang="en-US" sz="13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l="34064" t="16681" r="33956" b="15796"/>
          <a:stretch>
            <a:fillRect/>
          </a:stretch>
        </p:blipFill>
        <p:spPr>
          <a:xfrm>
            <a:off x="3809619" y="5029199"/>
            <a:ext cx="649558" cy="76351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63440" y="52852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6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760720" y="5440680"/>
            <a:ext cx="0" cy="0"/>
          </a:xfrm>
          <a:prstGeom prst="line">
            <a:avLst/>
          </a:prstGeom>
          <a:noFill/>
          <a:ln w="9525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/>
          <p:cNvSpPr/>
          <p:nvPr/>
        </p:nvSpPr>
        <p:spPr>
          <a:xfrm>
            <a:off x="5669280" y="5257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6962" y="5120640"/>
            <a:ext cx="655318" cy="65531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58000" y="52852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6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457200" y="640080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V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0" y="6766560"/>
            <a:ext cx="1538478" cy="91440"/>
          </a:xfrm>
          <a:prstGeom prst="rect">
            <a:avLst/>
          </a:prstGeom>
          <a:solidFill>
            <a:srgbClr val="6929C4"/>
          </a:solidFill>
          <a:ln w="12700">
            <a:solidFill>
              <a:srgbClr val="6929C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18"/>
          <p:cNvSpPr/>
          <p:nvPr/>
        </p:nvSpPr>
        <p:spPr>
          <a:xfrm>
            <a:off x="1520190" y="6766560"/>
            <a:ext cx="1538478" cy="91440"/>
          </a:xfrm>
          <a:prstGeom prst="rect">
            <a:avLst/>
          </a:prstGeom>
          <a:solidFill>
            <a:srgbClr val="1192E8"/>
          </a:solidFill>
          <a:ln w="12700">
            <a:solidFill>
              <a:srgbClr val="1192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19"/>
          <p:cNvSpPr/>
          <p:nvPr/>
        </p:nvSpPr>
        <p:spPr>
          <a:xfrm>
            <a:off x="3040380" y="6766560"/>
            <a:ext cx="1538478" cy="91440"/>
          </a:xfrm>
          <a:prstGeom prst="rect">
            <a:avLst/>
          </a:prstGeom>
          <a:solidFill>
            <a:srgbClr val="005D5D"/>
          </a:solidFill>
          <a:ln w="12700">
            <a:solidFill>
              <a:srgbClr val="005D5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0"/>
          <p:cNvSpPr/>
          <p:nvPr/>
        </p:nvSpPr>
        <p:spPr>
          <a:xfrm>
            <a:off x="4560570" y="6766560"/>
            <a:ext cx="1538478" cy="91440"/>
          </a:xfrm>
          <a:prstGeom prst="rect">
            <a:avLst/>
          </a:prstGeom>
          <a:solidFill>
            <a:srgbClr val="9F1853"/>
          </a:solidFill>
          <a:ln w="12700">
            <a:solidFill>
              <a:srgbClr val="9F185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1"/>
          <p:cNvSpPr/>
          <p:nvPr/>
        </p:nvSpPr>
        <p:spPr>
          <a:xfrm>
            <a:off x="6080760" y="6766560"/>
            <a:ext cx="1538478" cy="91440"/>
          </a:xfrm>
          <a:prstGeom prst="rect">
            <a:avLst/>
          </a:prstGeom>
          <a:solidFill>
            <a:srgbClr val="FA4D56"/>
          </a:solidFill>
          <a:ln w="12700">
            <a:solidFill>
              <a:srgbClr val="FA4D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2"/>
          <p:cNvSpPr/>
          <p:nvPr/>
        </p:nvSpPr>
        <p:spPr>
          <a:xfrm>
            <a:off x="7600950" y="6766560"/>
            <a:ext cx="1538478" cy="91440"/>
          </a:xfrm>
          <a:prstGeom prst="rect">
            <a:avLst/>
          </a:prstGeom>
          <a:solidFill>
            <a:srgbClr val="570408"/>
          </a:solidFill>
          <a:ln w="12700">
            <a:solidFill>
              <a:srgbClr val="57040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3"/>
          <p:cNvSpPr/>
          <p:nvPr/>
        </p:nvSpPr>
        <p:spPr>
          <a:xfrm>
            <a:off x="9121140" y="6766560"/>
            <a:ext cx="1538478" cy="91440"/>
          </a:xfrm>
          <a:prstGeom prst="rect">
            <a:avLst/>
          </a:prstGeom>
          <a:solidFill>
            <a:srgbClr val="198038"/>
          </a:solidFill>
          <a:ln w="12700">
            <a:solidFill>
              <a:srgbClr val="19803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4"/>
          <p:cNvSpPr/>
          <p:nvPr/>
        </p:nvSpPr>
        <p:spPr>
          <a:xfrm>
            <a:off x="10641330" y="6766560"/>
            <a:ext cx="1538478" cy="91440"/>
          </a:xfrm>
          <a:prstGeom prst="rect">
            <a:avLst/>
          </a:prstGeom>
          <a:solidFill>
            <a:srgbClr val="002D9C"/>
          </a:solidFill>
          <a:ln w="12700">
            <a:solidFill>
              <a:srgbClr val="002D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621</Words>
  <Application>Microsoft Office PowerPoint</Application>
  <PresentationFormat>Widescreen</PresentationFormat>
  <Paragraphs>156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Rosetta — IBM Bob Hackathon</dc:title>
  <dc:subject>PptxGenJS Presentation</dc:subject>
  <dc:creator>Carlos Erick Velázquez — Belvenar Analytics</dc:creator>
  <cp:lastModifiedBy>CARLOS ERICK VELAZQUEZ VILLASEÑOR</cp:lastModifiedBy>
  <cp:revision>3</cp:revision>
  <dcterms:created xsi:type="dcterms:W3CDTF">2026-05-17T05:06:51Z</dcterms:created>
  <dcterms:modified xsi:type="dcterms:W3CDTF">2026-05-17T06:57:00Z</dcterms:modified>
</cp:coreProperties>
</file>